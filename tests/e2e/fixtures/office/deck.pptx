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Orca Office preview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PowerPoint slides in the editor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Shapes and colour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solidFill>
            <a:srgbClr val="88C0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日本語テキスト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